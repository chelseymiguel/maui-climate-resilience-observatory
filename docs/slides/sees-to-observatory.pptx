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earch to app" id="{bd587d1d-7d23-7fd1-cdca-94eaf832d37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NASA SEES research asked whether the 2022 drought browned the vegetation first. Using Google Earth Engine and Sentinel-2, I found 42.7% of my Pukalani study area browned between the 2019 and 2022 dry seasons. But that result lived in a poster and in code. So I built the Observatory: anyone can explore it, stand inside a GLOBE site in 360 degrees, check what three satellite maps say against the ground, and download the data with its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From NASA SEES research to a tool anyone can use</a:t>
            </a:r>
            <a:endParaRPr lang="en-US" sz="2800" dirty="0"/>
          </a:p>
        </p:txBody>
      </p:sp>
      <p:sp>
        <p:nvSpPr>
          <p:cNvPr id="3" name="Research card"/>
          <p:cNvSpPr/>
          <p:nvPr/>
        </p:nvSpPr>
        <p:spPr>
          <a:xfrm>
            <a:off x="457200" y="1097280"/>
            <a:ext cx="338328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4" name="Research heading"/>
          <p:cNvSpPr txBox="1"/>
          <p:nvPr/>
        </p:nvSpPr>
        <p:spPr>
          <a:xfrm>
            <a:off x="685800" y="1261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My NASA SEES research</a:t>
            </a:r>
            <a:endParaRPr lang="en-US" sz="1500" dirty="0"/>
          </a:p>
        </p:txBody>
      </p:sp>
      <p:sp>
        <p:nvSpPr>
          <p:cNvPr id="5" name="Research question"/>
          <p:cNvSpPr txBox="1"/>
          <p:nvPr/>
        </p:nvSpPr>
        <p:spPr>
          <a:xfrm>
            <a:off x="685800" y="1600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Did the 2022 drought brown Upcountry vegetation before the August 2023 fires?</a:t>
            </a:r>
            <a:endParaRPr lang="en-US" sz="1200" dirty="0"/>
          </a:p>
        </p:txBody>
      </p:sp>
      <p:sp>
        <p:nvSpPr>
          <p:cNvPr id="6" name="Headline stat"/>
          <p:cNvSpPr txBox="1"/>
          <p:nvPr/>
        </p:nvSpPr>
        <p:spPr>
          <a:xfrm>
            <a:off x="685800" y="2240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</a:t>
            </a:r>
            <a:endParaRPr lang="en-US" sz="5400" dirty="0"/>
          </a:p>
        </p:txBody>
      </p:sp>
      <p:sp>
        <p:nvSpPr>
          <p:cNvPr id="7" name="Stat label"/>
          <p:cNvSpPr txBox="1"/>
          <p:nvPr/>
        </p:nvSpPr>
        <p:spPr>
          <a:xfrm>
            <a:off x="68580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the Pukalani study area browned between the 2019 and 2022 dry seasons</a:t>
            </a:r>
            <a:endParaRPr lang="en-US" sz="1200" dirty="0"/>
          </a:p>
        </p:txBody>
      </p:sp>
      <p:sp>
        <p:nvSpPr>
          <p:cNvPr id="8" name="Method line"/>
          <p:cNvSpPr txBox="1"/>
          <p:nvPr/>
        </p:nvSpPr>
        <p:spPr>
          <a:xfrm>
            <a:off x="68580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Sentinel-2 · Google Earth Engine · 1.5 km study area · 879 browned patches</a:t>
            </a:r>
            <a:endParaRPr lang="en-US" sz="1000" dirty="0"/>
          </a:p>
        </p:txBody>
      </p:sp>
      <p:sp>
        <p:nvSpPr>
          <p:cNvPr id="9" name="Arrow"/>
          <p:cNvSpPr/>
          <p:nvPr/>
        </p:nvSpPr>
        <p:spPr>
          <a:xfrm>
            <a:off x="3959352" y="2487168"/>
            <a:ext cx="45720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0" name="App card"/>
          <p:cNvSpPr/>
          <p:nvPr/>
        </p:nvSpPr>
        <p:spPr>
          <a:xfrm>
            <a:off x="4526280" y="1097280"/>
            <a:ext cx="4160520" cy="333756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/>
        </p:spPr>
      </p:sp>
      <p:sp>
        <p:nvSpPr>
          <p:cNvPr id="11" name="App heading"/>
          <p:cNvSpPr txBox="1"/>
          <p:nvPr/>
        </p:nvSpPr>
        <p:spPr>
          <a:xfrm>
            <a:off x="475488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Climate Resilience Observatory</a:t>
            </a:r>
            <a:endParaRPr lang="en-US" sz="1500" dirty="0"/>
          </a:p>
        </p:txBody>
      </p:sp>
      <p:sp>
        <p:nvSpPr>
          <p:cNvPr id="12" name="Explore it circle"/>
          <p:cNvSpPr/>
          <p:nvPr/>
        </p:nvSpPr>
        <p:spPr>
          <a:xfrm>
            <a:off x="4754880" y="171907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Explore it icon" descr="Explore 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837944"/>
            <a:ext cx="237744" cy="237744"/>
          </a:xfrm>
          <a:prstGeom prst="rect">
            <a:avLst/>
          </a:prstGeom>
        </p:spPr>
      </p:pic>
      <p:sp>
        <p:nvSpPr>
          <p:cNvPr id="14" name="Explore it text"/>
          <p:cNvSpPr txBox="1"/>
          <p:nvPr/>
        </p:nvSpPr>
        <p:spPr>
          <a:xfrm>
            <a:off x="5349240" y="16824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Explore 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Maps, 3D terrain, drought and rain charts</a:t>
            </a:r>
            <a:endParaRPr lang="en-US" sz="1300" dirty="0"/>
          </a:p>
        </p:txBody>
      </p:sp>
      <p:sp>
        <p:nvSpPr>
          <p:cNvPr id="15" name="Stand in a GLOBE site circle"/>
          <p:cNvSpPr/>
          <p:nvPr/>
        </p:nvSpPr>
        <p:spPr>
          <a:xfrm>
            <a:off x="4754880" y="237744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Stand in a GLOBE site icon" descr="Stand in a GLOBE si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496312"/>
            <a:ext cx="237744" cy="237744"/>
          </a:xfrm>
          <a:prstGeom prst="rect">
            <a:avLst/>
          </a:prstGeom>
        </p:spPr>
      </p:pic>
      <p:sp>
        <p:nvSpPr>
          <p:cNvPr id="17" name="Stand in a GLOBE site text"/>
          <p:cNvSpPr txBox="1"/>
          <p:nvPr/>
        </p:nvSpPr>
        <p:spPr>
          <a:xfrm>
            <a:off x="5349240" y="23408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Stand in a GLOBE site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Six citizen-science photos rebuilt in 360°</a:t>
            </a:r>
            <a:endParaRPr lang="en-US" sz="1300" dirty="0"/>
          </a:p>
        </p:txBody>
      </p:sp>
      <p:sp>
        <p:nvSpPr>
          <p:cNvPr id="18" name="Check the satellites circle"/>
          <p:cNvSpPr/>
          <p:nvPr/>
        </p:nvSpPr>
        <p:spPr>
          <a:xfrm>
            <a:off x="4754880" y="3035808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Check the satellites icon" descr="Check the satelli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3154680"/>
            <a:ext cx="237744" cy="237744"/>
          </a:xfrm>
          <a:prstGeom prst="rect">
            <a:avLst/>
          </a:prstGeom>
        </p:spPr>
      </p:pic>
      <p:sp>
        <p:nvSpPr>
          <p:cNvPr id="20" name="Check the satellites text"/>
          <p:cNvSpPr txBox="1"/>
          <p:nvPr/>
        </p:nvSpPr>
        <p:spPr>
          <a:xfrm>
            <a:off x="5349240" y="29992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Check the satellites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Three land-cover maps vs. the ground at 15 sites</a:t>
            </a:r>
            <a:endParaRPr lang="en-US" sz="1300" dirty="0"/>
          </a:p>
        </p:txBody>
      </p:sp>
      <p:sp>
        <p:nvSpPr>
          <p:cNvPr id="21" name="Open and reproducible circle"/>
          <p:cNvSpPr/>
          <p:nvPr/>
        </p:nvSpPr>
        <p:spPr>
          <a:xfrm>
            <a:off x="4754880" y="3694176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Open and reproducible icon" descr="Open and reproduci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813048"/>
            <a:ext cx="237744" cy="237744"/>
          </a:xfrm>
          <a:prstGeom prst="rect">
            <a:avLst/>
          </a:prstGeom>
        </p:spPr>
      </p:pic>
      <p:sp>
        <p:nvSpPr>
          <p:cNvPr id="23" name="Open and reproducible text"/>
          <p:cNvSpPr txBox="1"/>
          <p:nvPr/>
        </p:nvSpPr>
        <p:spPr>
          <a:xfrm>
            <a:off x="5349240" y="3657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Open and reproducible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Sources on every chart; data downloads</a:t>
            </a:r>
            <a:endParaRPr lang="en-US" sz="1300" dirty="0"/>
          </a:p>
        </p:txBody>
      </p:sp>
      <p:sp>
        <p:nvSpPr>
          <p:cNvPr id="24" name="Stack line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Python (FastAPI)  ·  JavaScript (Svelte)  ·  Google Earth Engine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ES Poster">
  <a:themeElements>
    <a:clrScheme name="SEES Poster">
      <a:dk1>
        <a:srgbClr val="1B2340"/>
      </a:dk1>
      <a:lt1>
        <a:srgbClr val="FFFFFF"/>
      </a:lt1>
      <a:dk2>
        <a:srgbClr val="22305E"/>
      </a:dk2>
      <a:lt2>
        <a:srgbClr val="DCE5F3"/>
      </a:lt2>
      <a:accent1>
        <a:srgbClr val="22305E"/>
      </a:accent1>
      <a:accent2>
        <a:srgbClr val="A0581E"/>
      </a:accent2>
      <a:accent3>
        <a:srgbClr val="2F7A6B"/>
      </a:accent3>
      <a:accent4>
        <a:srgbClr val="5B6B8C"/>
      </a:accent4>
      <a:accent5>
        <a:srgbClr val="C9D6EC"/>
      </a:accent5>
      <a:accent6>
        <a:srgbClr val="E8B27A"/>
      </a:accent6>
      <a:hlink>
        <a:srgbClr val="22305E"/>
      </a:hlink>
      <a:folHlink>
        <a:srgbClr val="5B6B8C"/>
      </a:folHlink>
    </a:clrScheme>
    <a:fontScheme name="SEES Po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NASA SEES research to a tool anyone can use</dc:title>
  <dc:subject>PptxGenJS Presentation</dc:subject>
  <dc:creator>PptxGenJS</dc:creator>
  <cp:lastModifiedBy>PptxGenJS</cp:lastModifiedBy>
  <cp:revision>1</cp:revision>
  <dcterms:created xsi:type="dcterms:W3CDTF">2026-10-19T04:55:53Z</dcterms:created>
  <dcterms:modified xsi:type="dcterms:W3CDTF">2026-10-19T04:55:53Z</dcterms:modified>
</cp:coreProperties>
</file>